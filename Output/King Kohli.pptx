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68580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King Kohli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68580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>
                <a:solidFill>
                  <a:srgbClr val="2F4F4F"/>
                </a:solidFill>
              </a:defRPr>
            </a:pPr>
            <a:r>
              <a:t>An Informative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4114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l">
              <a:defRPr sz="1600">
                <a:solidFill>
                  <a:srgbClr val="3B3B3B"/>
                </a:solidFill>
              </a:defRPr>
            </a:pPr>
            <a:r>
              <a:t>Author: Amey G M</a:t>
            </a:r>
          </a:p>
          <a:p>
            <a:pPr algn="l">
              <a:defRPr sz="1600">
                <a:solidFill>
                  <a:srgbClr val="3B3B3B"/>
                </a:solidFill>
              </a:defRPr>
            </a:pPr>
            <a:r>
              <a:t>Date: 2023-10-27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6858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003366"/>
                </a:solidFill>
              </a:defRPr>
            </a:pPr>
            <a:r>
              <a:t>Unveiling the Legacy of a Modern Cricket Icon</a:t>
            </a:r>
          </a:p>
        </p:txBody>
      </p:sp>
      <p:pic>
        <p:nvPicPr>
          <p:cNvPr id="6" name="Picture 5" descr="defa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463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Reign of King Kohli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Virat Kohli</a:t>
            </a:r>
            <a:r>
              <a:rPr sz="2000" b="0"/>
              <a:t>: A global cricketing phenomenon, widely regarded as one of the greatest batsmen of all time across all formats of the game.</a:t>
            </a:r>
          </a:p>
          <a:p>
            <a:pPr>
              <a:defRPr sz="2000"/>
            </a:pPr>
            <a:r>
              <a:rPr sz="2000" b="0"/>
              <a:t>His aggressive yet disciplined approach to the game has redefined modern cricket, inspiring millions worldwide with his consistent performances.</a:t>
            </a:r>
          </a:p>
          <a:p>
            <a:pPr>
              <a:defRPr sz="2000"/>
            </a:pPr>
            <a:r>
              <a:rPr sz="2000" b="0"/>
              <a:t>Known for his </a:t>
            </a:r>
            <a:r>
              <a:rPr sz="2000" b="1"/>
              <a:t>unparalleled consistency</a:t>
            </a:r>
            <a:r>
              <a:rPr sz="2000" b="0"/>
              <a:t>, record-breaking performances, and exceptional leadership qualities demonstrated on the field.</a:t>
            </a:r>
          </a:p>
          <a:p>
            <a:pPr>
              <a:defRPr sz="2000"/>
            </a:pPr>
            <a:r>
              <a:rPr sz="2000" b="0"/>
              <a:t>The moniker "King Kohli" reflects his dominance, regal presence, and immense influence within the sport, both as a player and a captain.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Legacy of Records and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Record-Breaking Batting</a:t>
            </a:r>
            <a:r>
              <a:rPr sz="2000" b="0"/>
              <a:t>: Holds numerous batting records, including being the fastest to 8,000, 9,000, 10,000, 11,000, 12,000, and 13,000 ODI runs.</a:t>
            </a:r>
          </a:p>
          <a:p>
            <a:pPr>
              <a:defRPr sz="2000"/>
            </a:pPr>
            <a:r>
              <a:rPr sz="2000" b="1"/>
              <a:t>Captaincy Era</a:t>
            </a:r>
            <a:r>
              <a:rPr sz="2000" b="0"/>
              <a:t>: Led India to significant victories, notably a historic Test series win in Australia and a prolonged stay at the top of the ICC Test rankings.</a:t>
            </a:r>
          </a:p>
          <a:p>
            <a:pPr>
              <a:defRPr sz="2000"/>
            </a:pPr>
            <a:r>
              <a:rPr sz="2000" b="1"/>
              <a:t>Fitness Revolution</a:t>
            </a:r>
            <a:r>
              <a:rPr sz="2000" b="0"/>
              <a:t>: Instrumental in transforming the fitness standards of Indian cricket, setting a new benchmark for professional athletes globally.</a:t>
            </a:r>
          </a:p>
          <a:p>
            <a:pPr>
              <a:defRPr sz="2000"/>
            </a:pPr>
            <a:r>
              <a:rPr sz="2000" b="1"/>
              <a:t>Global Icon</a:t>
            </a:r>
            <a:r>
              <a:rPr sz="2000" b="0"/>
              <a:t>: Beyond statistics, Kohli's passion, intensity, and sportsmanship have made him a revered figure globally, transcending cricketing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/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 b="1">
                <a:solidFill>
                  <a:srgbClr val="003366"/>
                </a:solidFill>
              </a:defRPr>
            </a:pPr>
            <a:r>
              <a:t>Summary Points:</a:t>
            </a:r>
          </a:p>
          <a:p>
            <a:pPr>
              <a:spcAft>
                <a:spcPts val="500"/>
              </a:spcAft>
              <a:defRPr sz="2000"/>
            </a:pPr>
            <a:r>
              <a:t>Dominant Cricketer: Virat Kohli stands as a towering figure in cricket, celebrated for his exceptional batting prowess and remarkable consistency across formats.</a:t>
            </a:r>
          </a:p>
          <a:p>
            <a:pPr>
              <a:spcAft>
                <a:spcPts val="500"/>
              </a:spcAft>
              <a:defRPr sz="2000"/>
            </a:pPr>
            <a:r>
              <a:t>Inspirational Leader: His captaincy brought significant success to the Indian team and instilled a new level of professionalism and competitive spirit.</a:t>
            </a:r>
          </a:p>
          <a:p>
            <a:pPr>
              <a:spcAft>
                <a:spcPts val="500"/>
              </a:spcAft>
              <a:defRPr sz="2000"/>
            </a:pPr>
            <a:r>
              <a:t>Record Breaker: A prolific scorer, Kohli continually redefines batting milestones, solidifying his place among the sport's all-time greats.</a:t>
            </a:r>
          </a:p>
          <a:p>
            <a:pPr>
              <a:spcAft>
                <a:spcPts val="500"/>
              </a:spcAft>
              <a:defRPr sz="2000"/>
            </a:pPr>
            <a:r>
              <a:t>Cultural Icon: Beyond the field, he represents dedication, fitness, and a winning mentality, influencing a generation of fans and aspiring athletes worldwide.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505050"/>
                </a:solidFill>
              </a:defRPr>
            </a:pPr>
            <a:r>
              <a:t>We appreciate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