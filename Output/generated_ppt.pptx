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000">
                <a:solidFill>
                  <a:srgbClr val="302824"/>
                </a:solidFill>
              </a:defRPr>
            </a:pPr>
            <a:r>
              <a:rPr b="0"/>
              <a:t>King Kohli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800">
                <a:solidFill>
                  <a:srgbClr val="505050"/>
                </a:solidFill>
              </a:defRPr>
            </a:pPr>
            <a:r>
              <a:rPr b="0"/>
              <a:t>An Informative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4000" y="5080000"/>
            <a:ext cx="3810000" cy="6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003366"/>
                </a:solidFill>
              </a:defRPr>
            </a:pPr>
            <a:r>
              <a:rPr b="0"/>
              <a:t>Author: Amey G M
Date: October 26, 2023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70000" y="5842000"/>
            <a:ext cx="10160000" cy="635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003366"/>
                </a:solidFill>
              </a:defRPr>
            </a:pPr>
            <a:r>
              <a:rPr b="0"/>
              <a:t>Celebrating a Modern Cricket Icon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302824"/>
                </a:solidFill>
              </a:defRPr>
            </a:pPr>
            <a:r>
              <a:rPr b="0"/>
              <a:t>The Rise of a Phenomenon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rPr b="1"/>
              <a:t>Early Promise &amp; U19 Success</a:t>
            </a:r>
          </a:p>
          <a:p>
            <a:pPr>
              <a:defRPr sz="2000"/>
            </a:pPr>
            <a:r>
              <a:rPr b="0"/>
              <a:t>Led India to victory in the 2008 U19 Cricket World Cup, showcasing early leadership and batting talent.</a:t>
            </a:r>
          </a:p>
          <a:p>
            <a:pPr>
              <a:defRPr sz="2000"/>
            </a:pPr>
            <a:r>
              <a:rPr b="1"/>
              <a:t>International Debut &amp; Breakthrough</a:t>
            </a:r>
          </a:p>
          <a:p>
            <a:pPr>
              <a:defRPr sz="2000"/>
            </a:pPr>
            <a:r>
              <a:rPr b="0"/>
              <a:t>Debuted for India in 2008, quickly establishing himself with consistent performances across formats.</a:t>
            </a:r>
          </a:p>
          <a:p>
            <a:pPr>
              <a:defRPr sz="2000"/>
            </a:pPr>
            <a:r>
              <a:rPr b="1"/>
              <a:t>Aggressive Style &amp; Fitness Ethos</a:t>
            </a:r>
          </a:p>
          <a:p>
            <a:pPr>
              <a:defRPr sz="2000"/>
            </a:pPr>
            <a:r>
              <a:rPr b="0"/>
              <a:t>Revolutionized fitness standards in Indian cricket, inspiring a new generation with his dedication and intensity.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302824"/>
                </a:solidFill>
              </a:defRPr>
            </a:pPr>
            <a:r>
              <a:rPr b="0"/>
              <a:t>Batting Dominance &amp; Record-Breaking Feats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rPr b="1"/>
              <a:t>Master of All Formats</a:t>
            </a:r>
          </a:p>
          <a:p>
            <a:pPr>
              <a:defRPr sz="2000"/>
            </a:pPr>
            <a:r>
              <a:rPr b="0"/>
              <a:t>Renowned for his exceptional consistency in Tests, ODIs, and T20Is, adapting his game to various conditions.</a:t>
            </a:r>
          </a:p>
          <a:p>
            <a:pPr>
              <a:defRPr sz="2000"/>
            </a:pPr>
            <a:r>
              <a:rPr b="1"/>
              <a:t>ODI Century Machine</a:t>
            </a:r>
          </a:p>
          <a:p>
            <a:pPr>
              <a:defRPr sz="2000"/>
            </a:pPr>
            <a:r>
              <a:rPr b="0"/>
              <a:t>Holds numerous records in One Day Internationals, including the fastest to multiple century milestones.</a:t>
            </a:r>
          </a:p>
          <a:p>
            <a:pPr>
              <a:defRPr sz="2000"/>
            </a:pPr>
            <a:r>
              <a:rPr b="1"/>
              <a:t>Chasing Maestro</a:t>
            </a:r>
          </a:p>
          <a:p>
            <a:pPr>
              <a:defRPr sz="2000"/>
            </a:pPr>
            <a:r>
              <a:rPr b="0"/>
              <a:t>Celebrated for his ability to perform under pressure, often guiding India to victory in challenging run-chases.</a:t>
            </a:r>
          </a:p>
          <a:p>
            <a:pPr>
              <a:defRPr sz="2000"/>
            </a:pPr>
            <a:r>
              <a:rPr b="1"/>
              <a:t>Consistent Run-Scorer</a:t>
            </a:r>
          </a:p>
          <a:p>
            <a:pPr>
              <a:defRPr sz="2000"/>
            </a:pPr>
            <a:r>
              <a:rPr b="0"/>
              <a:t>One of the few batsmen to average over 50 in all three international formats for extended periods.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302824"/>
                </a:solidFill>
              </a:defRPr>
            </a:pPr>
            <a:r>
              <a:rPr b="0"/>
              <a:t>Captaincy &amp; Leadership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rPr b="1"/>
              <a:t>Transformative Test Captain</a:t>
            </a:r>
          </a:p>
          <a:p>
            <a:pPr>
              <a:defRPr sz="2000"/>
            </a:pPr>
            <a:r>
              <a:rPr b="0"/>
              <a:t>Led India to unprecedented success in Test cricket, including a historic series win in Australia.</a:t>
            </a:r>
          </a:p>
          <a:p>
            <a:pPr>
              <a:defRPr sz="2000"/>
            </a:pPr>
            <a:r>
              <a:rPr b="1"/>
              <a:t>Aggressive &amp; Fearless Approach</a:t>
            </a:r>
          </a:p>
          <a:p>
            <a:pPr>
              <a:defRPr sz="2000"/>
            </a:pPr>
            <a:r>
              <a:rPr b="0"/>
              <a:t>Instilled a winning mentality and an aggressive brand of cricket, pushing boundaries on the field.</a:t>
            </a:r>
          </a:p>
          <a:p>
            <a:pPr>
              <a:defRPr sz="2000"/>
            </a:pPr>
            <a:r>
              <a:rPr b="1"/>
              <a:t>Fitness &amp; Team Culture</a:t>
            </a:r>
          </a:p>
          <a:p>
            <a:pPr>
              <a:defRPr sz="2000"/>
            </a:pPr>
            <a:r>
              <a:rPr b="0"/>
              <a:t>Championed a high-performance culture, emphasizing physical fitness and mental resilience within the squad.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4000">
                <a:solidFill>
                  <a:srgbClr val="302824"/>
                </a:solidFill>
              </a:defRPr>
            </a:pPr>
            <a:r>
              <a:rPr b="0"/>
              <a:t>Legacy &amp; Enduring Influence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2000"/>
            </a:pPr>
            <a:r>
              <a:rPr b="1"/>
              <a:t>Modern Cricket Icon</a:t>
            </a:r>
          </a:p>
          <a:p>
            <a:pPr>
              <a:defRPr sz="2000"/>
            </a:pPr>
            <a:r>
              <a:rPr b="0"/>
              <a:t>Regarded as one of the greatest batsmen of his era, inspiring millions globally with his skill and passion.</a:t>
            </a:r>
          </a:p>
          <a:p>
            <a:pPr>
              <a:defRPr sz="2000"/>
            </a:pPr>
            <a:r>
              <a:rPr b="1"/>
              <a:t>Global Brand Ambassador</a:t>
            </a:r>
          </a:p>
          <a:p>
            <a:pPr>
              <a:defRPr sz="2000"/>
            </a:pPr>
            <a:r>
              <a:rPr b="0"/>
              <a:t>Beyond cricket, he is a prominent figure in sports and philanthropy, influencing youth worldwide.</a:t>
            </a:r>
          </a:p>
          <a:p>
            <a:pPr>
              <a:defRPr sz="2000"/>
            </a:pPr>
            <a:r>
              <a:rPr b="1"/>
              <a:t>Continuing Excellence</a:t>
            </a:r>
          </a:p>
          <a:p>
            <a:pPr>
              <a:defRPr sz="2000"/>
            </a:pPr>
            <a:r>
              <a:rPr b="0"/>
              <a:t>Continues to break records and set new benchmarks, solidifying his place among cricket's all-time legends.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>
                <a:solidFill>
                  <a:srgbClr val="302824"/>
                </a:solidFill>
              </a:defRPr>
            </a:pPr>
            <a:r>
              <a:rPr b="0"/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