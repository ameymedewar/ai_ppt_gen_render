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India and Hockey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solidFill>
                  <a:srgbClr val="333333"/>
                </a:solidFill>
              </a:defRPr>
            </a:pPr>
            <a:r>
              <a:t>A Legacy of Gold and Grit</a:t>
            </a:r>
          </a:p>
          <a:p>
            <a:pPr>
              <a:defRPr sz="2400" i="1">
                <a:solidFill>
                  <a:srgbClr val="333333"/>
                </a:solidFill>
              </a:defRPr>
            </a:pPr>
            <a:r>
              <a:t>Unpacking India's Deep Connection with the National 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India's Golden Age: Unmatched Dominance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India's hockey journey began with incredible success, especially in the early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20th century.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From 1928 to 1956, India won six consecutive Olympic gold medals – an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unparalleled feat in sports history!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This era showcased India's unique style of play, characterized by dazzling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stickwork and teamwork.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Hockey wasn't just a sport; it was a symbol of national pride and excellence on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the global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Dhyan Chand: The Hockey Wizard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Major Dhyan Chand is arguably the greatest hockey player of all time, a true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legend.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Known as 'The Wizard' for his incredible ball control and goal-scoring ability,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he led India to three Olympic golds (1928, 1932, 1936).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His stickwork was so mesmerizing that stories say his stick was broken to check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for magnets!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His birthday, August 29th, is celebrated as National Sports Day in India,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honoring his immense contribution.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 Period of Transition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Post-1980, Indian hockey faced a decline in its dominant position, with the last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Olympic gold in 1980.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The introduction of artificial turf (Astroturf) changed the game, favoring speed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and power over traditional dribbling skills.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Other sports like cricket gained massive popularity, diverting talent and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resources away from hockey.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Despite challenges, the passion for hockey never truly faded, with fans always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hoping for a comeback.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Resurgence and Future Hopes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Recent years have seen a significant revival, with renewed focus on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infrastructure, coaching, and grassroots development.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Both the men's and women's teams have shown promising performances, including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the men's bronze medal at the Tokyo 2020 Olympics!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Leagues like the Hockey India League (HIL) helped professionalize the sport and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attract international talent.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With continued support and dedication, Indian hockey is aiming to reclaim its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top spot and inspire a new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