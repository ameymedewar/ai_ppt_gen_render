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685800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RSA - Encryption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68580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>
                <a:solidFill>
                  <a:srgbClr val="2F4F4F"/>
                </a:solidFill>
              </a:defRPr>
            </a:pPr>
            <a:r>
              <a:t>Informative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4114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 algn="l">
              <a:defRPr sz="1600">
                <a:solidFill>
                  <a:srgbClr val="3B3B3B"/>
                </a:solidFill>
              </a:defRPr>
            </a:pPr>
            <a:r>
              <a:t>Author: Amey G M</a:t>
            </a:r>
          </a:p>
          <a:p>
            <a:pPr algn="l">
              <a:defRPr sz="1600">
                <a:solidFill>
                  <a:srgbClr val="3B3B3B"/>
                </a:solidFill>
              </a:defRPr>
            </a:pPr>
            <a:r>
              <a:t>Date: &lt;current date&gt;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6858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>
                <a:solidFill>
                  <a:srgbClr val="003366"/>
                </a:solidFill>
              </a:defRPr>
            </a:pPr>
            <a:r>
              <a:t>Securing Digital Communication with Public-Key Cryptography</a:t>
            </a:r>
          </a:p>
        </p:txBody>
      </p:sp>
      <p:pic>
        <p:nvPicPr>
          <p:cNvPr id="6" name="Picture 5" descr="defa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48463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RSA: The Asymmetric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sz="2000" b="1"/>
              <a:t>RSA</a:t>
            </a:r>
            <a:r>
              <a:rPr sz="2000" b="0"/>
              <a:t> (Rivest–Shamir–Adleman) is a foundational </a:t>
            </a:r>
            <a:r>
              <a:rPr sz="2000" b="1"/>
              <a:t>public-key cryptosystem</a:t>
            </a:r>
            <a:r>
              <a:rPr sz="2000" b="0"/>
              <a:t> designed for secure data transmission, widely used in modern cryptography.</a:t>
            </a:r>
          </a:p>
          <a:p>
            <a:pPr>
              <a:defRPr sz="2000"/>
            </a:pPr>
            <a:r>
              <a:rPr sz="2000" b="0"/>
              <a:t>It operates on an </a:t>
            </a:r>
            <a:r>
              <a:rPr sz="2000" b="1"/>
              <a:t>asymmetric principle</a:t>
            </a:r>
            <a:r>
              <a:rPr sz="2000" b="0"/>
              <a:t>, utilizing two distinct keys: a </a:t>
            </a:r>
            <a:r>
              <a:rPr sz="2000" b="1"/>
              <a:t>public key</a:t>
            </a:r>
            <a:r>
              <a:rPr sz="2000" b="0"/>
              <a:t> for encryption and a </a:t>
            </a:r>
            <a:r>
              <a:rPr sz="2000" b="1"/>
              <a:t>private key</a:t>
            </a:r>
            <a:r>
              <a:rPr sz="2000" b="0"/>
              <a:t> for decryption.</a:t>
            </a:r>
          </a:p>
          <a:p>
            <a:pPr>
              <a:defRPr sz="2000"/>
            </a:pPr>
            <a:r>
              <a:rPr sz="2000" b="0"/>
              <a:t>The security of RSA is rooted in the immense </a:t>
            </a:r>
            <a:r>
              <a:rPr sz="2000" b="1"/>
              <a:t>mathematical difficulty of factoring large prime numbers</a:t>
            </a:r>
            <a:r>
              <a:rPr sz="2000" b="0"/>
              <a:t>, making it computationally infeasible to derive the private key from the public key.</a:t>
            </a:r>
          </a:p>
          <a:p>
            <a:pPr>
              <a:defRPr sz="2000"/>
            </a:pPr>
            <a:r>
              <a:rPr sz="2000" b="0"/>
              <a:t>Widely adopted across various applications, including </a:t>
            </a:r>
            <a:r>
              <a:rPr sz="2000" b="1"/>
              <a:t>secure web communication (HTTPS)</a:t>
            </a:r>
            <a:r>
              <a:rPr sz="2000" b="0"/>
              <a:t>, </a:t>
            </a:r>
            <a:r>
              <a:rPr sz="2000" b="1"/>
              <a:t>digital signatures</a:t>
            </a:r>
            <a:r>
              <a:rPr sz="2000" b="0"/>
              <a:t>, and general </a:t>
            </a:r>
            <a:r>
              <a:rPr sz="2000" b="1"/>
              <a:t>data encryption</a:t>
            </a:r>
            <a:r>
              <a:rPr sz="2000" b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RSA Algorithm: Key Generation &amp;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sz="2000" b="1"/>
              <a:t>Key Generation</a:t>
            </a:r>
            <a:r>
              <a:rPr sz="2000" b="0"/>
              <a:t>: Involves selecting two large prime numbers (p, q) to compute 'n' (product) and Euler's totient (φ(n)), then deriving the unique </a:t>
            </a:r>
            <a:r>
              <a:rPr sz="2000" b="1"/>
              <a:t>public key (e, n)</a:t>
            </a:r>
            <a:r>
              <a:rPr sz="2000" b="0"/>
              <a:t> and </a:t>
            </a:r>
            <a:r>
              <a:rPr sz="2000" b="1"/>
              <a:t>private key (d, n)</a:t>
            </a:r>
            <a:r>
              <a:rPr sz="2000" b="0"/>
              <a:t> pairs.</a:t>
            </a:r>
          </a:p>
          <a:p>
            <a:pPr>
              <a:defRPr sz="2000"/>
            </a:pPr>
            <a:r>
              <a:rPr sz="2000" b="1"/>
              <a:t>Encryption Process</a:t>
            </a:r>
            <a:r>
              <a:rPr sz="2000" b="0"/>
              <a:t>: A plaintext message (M) is transformed into ciphertext (C) using the recipient's </a:t>
            </a:r>
            <a:r>
              <a:rPr sz="2000" b="1"/>
              <a:t>public key</a:t>
            </a:r>
            <a:r>
              <a:rPr sz="2000" b="0"/>
              <a:t> (e, n) via the modular exponentiation formula: C = M^e mod n.</a:t>
            </a:r>
          </a:p>
          <a:p>
            <a:pPr>
              <a:defRPr sz="2000"/>
            </a:pPr>
            <a:r>
              <a:rPr sz="2000" b="1"/>
              <a:t>Decryption Process</a:t>
            </a:r>
            <a:r>
              <a:rPr sz="2000" b="0"/>
              <a:t>: The ciphertext (C) is then securely converted back to the original plaintext (M) using the recipient's unique </a:t>
            </a:r>
            <a:r>
              <a:rPr sz="2000" b="1"/>
              <a:t>private key</a:t>
            </a:r>
            <a:r>
              <a:rPr sz="2000" b="0"/>
              <a:t> (d, n) via: M = C^d mod n.</a:t>
            </a:r>
          </a:p>
          <a:p>
            <a:pPr>
              <a:defRPr sz="2000"/>
            </a:pPr>
            <a:r>
              <a:rPr sz="2000" b="1"/>
              <a:t>Mathematical Foundation</a:t>
            </a:r>
            <a:r>
              <a:rPr sz="2000" b="0"/>
              <a:t>: The integrity of the process relies on the modular multiplicative inverse relationship between 'e' and 'd' modulo φ(n), ensuring correct message recovery.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/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 b="1">
                <a:solidFill>
                  <a:srgbClr val="003366"/>
                </a:solidFill>
              </a:defRPr>
            </a:pPr>
            <a:r>
              <a:t>Summary Points:</a:t>
            </a:r>
          </a:p>
          <a:p>
            <a:pPr>
              <a:spcAft>
                <a:spcPts val="500"/>
              </a:spcAft>
              <a:defRPr sz="2000"/>
            </a:pPr>
            <a:r>
              <a:t>Asymmetric Security: RSA provides robust security through its public-private key pair mechanism, enabling both confidentiality and authentication in digital communications.</a:t>
            </a:r>
          </a:p>
          <a:p>
            <a:pPr>
              <a:spcAft>
                <a:spcPts val="500"/>
              </a:spcAft>
              <a:defRPr sz="2000"/>
            </a:pPr>
            <a:r>
              <a:t>Mathematical Strength: Its security relies on the computational difficulty of factoring large prime numbers, a cornerstone of modern cryptography.</a:t>
            </a:r>
          </a:p>
          <a:p>
            <a:pPr>
              <a:spcAft>
                <a:spcPts val="500"/>
              </a:spcAft>
              <a:defRPr sz="2000"/>
            </a:pPr>
            <a:r>
              <a:t>Core Cryptosystem: RSA remains a widely used and essential algorithm for critical applications like secure web communication (HTTPS) and digital signatures.</a:t>
            </a:r>
          </a:p>
          <a:p>
            <a:pPr>
              <a:spcAft>
                <a:spcPts val="500"/>
              </a:spcAft>
              <a:defRPr sz="2000"/>
            </a:pPr>
            <a:r>
              <a:t>Practical Application: The algorithm's steps, from key generation to encryption and decryption, are demonstrated through numerical examples, proving its functional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505050"/>
                </a:solidFill>
              </a:defRPr>
            </a:pPr>
            <a:r>
              <a:t>We appreciate your time and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