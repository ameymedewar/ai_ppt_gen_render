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68580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68580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>
                <a:solidFill>
                  <a:srgbClr val="2F4F4F"/>
                </a:solidFill>
              </a:defRPr>
            </a:pPr>
            <a:r>
              <a:t>Informative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4114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 algn="l">
              <a:defRPr sz="1600">
                <a:solidFill>
                  <a:srgbClr val="3B3B3B"/>
                </a:solidFill>
              </a:defRPr>
            </a:pPr>
            <a:r>
              <a:t>Author: Amey G M</a:t>
            </a:r>
          </a:p>
          <a:p>
            <a:pPr algn="l">
              <a:defRPr sz="1600">
                <a:solidFill>
                  <a:srgbClr val="3B3B3B"/>
                </a:solidFill>
              </a:defRPr>
            </a:pPr>
            <a:r>
              <a:t>Date: October 26,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68580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Understanding the Future of Technology</a:t>
            </a:r>
          </a:p>
        </p:txBody>
      </p:sp>
      <p:pic>
        <p:nvPicPr>
          <p:cNvPr id="6" name="Picture 5" descr="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463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Defining AI</a:t>
            </a:r>
            <a:r>
              <a:rPr sz="2000" b="0"/>
              <a:t>: Artificial Intelligence refers to the simulation of human intelligence processes by machines, especially computer systems.</a:t>
            </a:r>
          </a:p>
          <a:p>
            <a:pPr>
              <a:defRPr sz="2000"/>
            </a:pPr>
            <a:r>
              <a:rPr sz="2000" b="1"/>
              <a:t>Core Goal</a:t>
            </a:r>
            <a:r>
              <a:rPr sz="2000" b="0"/>
              <a:t>: The primary objective of AI is to enable machines to perform tasks that typically require human intelligence, such as learning, problem-solving, decision-making, and perception.</a:t>
            </a:r>
          </a:p>
          <a:p>
            <a:pPr>
              <a:defRPr sz="2000"/>
            </a:pPr>
            <a:r>
              <a:rPr sz="2000" b="1"/>
              <a:t>Key Components</a:t>
            </a:r>
            <a:r>
              <a:rPr sz="2000" b="0"/>
              <a:t>: Modern AI encompasses various sub-fields including </a:t>
            </a:r>
            <a:r>
              <a:rPr sz="2000" b="1"/>
              <a:t>Machine Learning</a:t>
            </a:r>
            <a:r>
              <a:rPr sz="2000" b="0"/>
              <a:t>, </a:t>
            </a:r>
            <a:r>
              <a:rPr sz="2000" b="1"/>
              <a:t>Deep Learning</a:t>
            </a:r>
            <a:r>
              <a:rPr sz="2000" b="0"/>
              <a:t>, </a:t>
            </a:r>
            <a:r>
              <a:rPr sz="2000" b="1"/>
              <a:t>Natural Language Processing (NLP)</a:t>
            </a:r>
            <a:r>
              <a:rPr sz="2000" b="0"/>
              <a:t>, and </a:t>
            </a:r>
            <a:r>
              <a:rPr sz="2000" b="1"/>
              <a:t>Computer Vision</a:t>
            </a:r>
            <a:r>
              <a:rPr sz="2000" b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Branches and How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Machine Learning (ML)</a:t>
            </a:r>
            <a:r>
              <a:rPr sz="2000" b="0"/>
              <a:t>: A fundamental branch where AI systems learn from data without explicit programming, identifying patterns and making predictions or decisions.</a:t>
            </a:r>
          </a:p>
          <a:p>
            <a:pPr>
              <a:defRPr sz="2000"/>
            </a:pPr>
            <a:r>
              <a:rPr sz="2000" b="1"/>
              <a:t>Deep Learning (DL)</a:t>
            </a:r>
            <a:r>
              <a:rPr sz="2000" b="0"/>
              <a:t>: A more advanced subset of ML that utilizes neural networks with many layers (deep neural networks) to process complex data like images, sound, and text, mimicking the human brain's structure.</a:t>
            </a:r>
          </a:p>
          <a:p>
            <a:pPr>
              <a:defRPr sz="2000"/>
            </a:pPr>
            <a:r>
              <a:rPr sz="2000" b="1"/>
              <a:t>Data-Driven Approach</a:t>
            </a:r>
            <a:r>
              <a:rPr sz="2000" b="0"/>
              <a:t>: The effectiveness of AI heavily relies on vast amounts of data for training, allowing systems to continuously learn, recognize intricate patterns, and improve their performance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Everyday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Personal Assistants</a:t>
            </a:r>
            <a:r>
              <a:rPr sz="2000" b="0"/>
              <a:t>: Voice-activated systems like </a:t>
            </a:r>
            <a:r>
              <a:rPr sz="2000" b="1"/>
              <a:t>Siri</a:t>
            </a:r>
            <a:r>
              <a:rPr sz="2000" b="0"/>
              <a:t>, </a:t>
            </a:r>
            <a:r>
              <a:rPr sz="2000" b="1"/>
              <a:t>Alexa</a:t>
            </a:r>
            <a:r>
              <a:rPr sz="2000" b="0"/>
              <a:t>, and </a:t>
            </a:r>
            <a:r>
              <a:rPr sz="2000" b="1"/>
              <a:t>Google Assistant</a:t>
            </a:r>
            <a:r>
              <a:rPr sz="2000" b="0"/>
              <a:t> leverage AI for natural language understanding, voice recognition, and executing commands.</a:t>
            </a:r>
          </a:p>
          <a:p>
            <a:pPr>
              <a:defRPr sz="2000"/>
            </a:pPr>
            <a:r>
              <a:rPr sz="2000" b="1"/>
              <a:t>Recommendation Engines</a:t>
            </a:r>
            <a:r>
              <a:rPr sz="2000" b="0"/>
              <a:t>: Platforms such as Netflix, Amazon, and Spotify use AI algorithms to suggest products, movies, or music tailored to individual user preferences and past behavior.</a:t>
            </a:r>
          </a:p>
          <a:p>
            <a:pPr>
              <a:defRPr sz="2000"/>
            </a:pPr>
            <a:r>
              <a:rPr sz="2000" b="1"/>
              <a:t>Autonomous Systems</a:t>
            </a:r>
            <a:r>
              <a:rPr sz="2000" b="0"/>
              <a:t>: AI powers technologies from </a:t>
            </a:r>
            <a:r>
              <a:rPr sz="2000" b="1"/>
              <a:t>self-driving cars</a:t>
            </a:r>
            <a:r>
              <a:rPr sz="2000" b="0"/>
              <a:t> and drones to robotic vacuum cleaners, enabling them to perceive their environment, navigate, and make decisions independently.</a:t>
            </a:r>
          </a:p>
          <a:p>
            <a:pPr>
              <a:defRPr sz="2000"/>
            </a:pPr>
            <a:r>
              <a:rPr sz="2000" b="1"/>
              <a:t>Healthcare &amp; Finance</a:t>
            </a:r>
            <a:r>
              <a:rPr sz="2000" b="0"/>
              <a:t>: AI assists in critical areas like disease diagnosis, drug discovery, fraud detection, and providing personalized financial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Impact and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sz="2000" b="1"/>
              <a:t>Transformative Potential</a:t>
            </a:r>
            <a:r>
              <a:rPr sz="2000" b="0"/>
              <a:t>: AI is rapidly reshaping industries globally, enhancing efficiency, automating repetitive tasks, and creating entirely new possibilities across sectors like manufacturing, education, and entertainment.</a:t>
            </a:r>
          </a:p>
          <a:p>
            <a:pPr>
              <a:defRPr sz="2000"/>
            </a:pPr>
            <a:r>
              <a:rPr sz="2000" b="1"/>
              <a:t>Ethical Considerations</a:t>
            </a:r>
            <a:r>
              <a:rPr sz="2000" b="0"/>
              <a:t>: Addressing crucial concerns around </a:t>
            </a:r>
            <a:r>
              <a:rPr sz="2000" b="1"/>
              <a:t>data privacy</a:t>
            </a:r>
            <a:r>
              <a:rPr sz="2000" b="0"/>
              <a:t>, algorithmic </a:t>
            </a:r>
            <a:r>
              <a:rPr sz="2000" b="1"/>
              <a:t>bias</a:t>
            </a:r>
            <a:r>
              <a:rPr sz="2000" b="0"/>
              <a:t>, potential job displacement, and ensuring the responsible development and deployment of AI technologies is paramount.</a:t>
            </a:r>
          </a:p>
          <a:p>
            <a:pPr>
              <a:defRPr sz="2000"/>
            </a:pPr>
            <a:r>
              <a:rPr sz="2000" b="1"/>
              <a:t>Continuous Evolution</a:t>
            </a:r>
            <a:r>
              <a:rPr sz="2000" b="0"/>
              <a:t>: The field of AI is characterized by rapid advancements, promising increasingly sophisticated capabilities and deeper integration into various aspects of daily life in the coming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 b="1">
                <a:solidFill>
                  <a:srgbClr val="003366"/>
                </a:solidFill>
              </a:defRPr>
            </a:pPr>
            <a:r>
              <a:t>Summary Points:</a:t>
            </a:r>
          </a:p>
          <a:p>
            <a:pPr>
              <a:spcAft>
                <a:spcPts val="500"/>
              </a:spcAft>
              <a:defRPr sz="2000"/>
            </a:pPr>
            <a:r>
              <a:t>AI is the simulation of human intelligence by machines, designed to learn, reason, and solve complex problems.</a:t>
            </a:r>
          </a:p>
          <a:p>
            <a:pPr>
              <a:spcAft>
                <a:spcPts val="500"/>
              </a:spcAft>
              <a:defRPr sz="2000"/>
            </a:pPr>
            <a:r>
              <a:t>Machine Learning and Deep Learning are foundational technologies enabling modern AI systems to learn from vast datasets.</a:t>
            </a:r>
          </a:p>
          <a:p>
            <a:pPr>
              <a:spcAft>
                <a:spcPts val="500"/>
              </a:spcAft>
              <a:defRPr sz="2000"/>
            </a:pPr>
            <a:r>
              <a:t>AI is already pervasive, powering essential functions from voice assistants and personalized recommendations to medical diagnostics and autonomous vehicles.</a:t>
            </a:r>
          </a:p>
          <a:p>
            <a:pPr>
              <a:spcAft>
                <a:spcPts val="500"/>
              </a:spcAft>
              <a:defRPr sz="2000"/>
            </a:pPr>
            <a:r>
              <a:t>Responsible development and ethical considerations are crucial for harnessing AI's benefits while mitigating potential risks as it continues to evolve.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of AI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1950s:</a:t>
            </a:r>
          </a:p>
          <a:p>
            <a:pPr lvl="1">
              <a:defRPr sz="1800"/>
            </a:pPr>
            <a:r>
              <a:t>Alan Turing proposes the Turing Test; the term "Artificial Intelligence" is coined, marking the birth of the field.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1997:</a:t>
            </a:r>
          </a:p>
          <a:p>
            <a:pPr lvl="1">
              <a:defRPr sz="1800"/>
            </a:pPr>
            <a:r>
              <a:t>IBM's Deep Blue chess computer defeats reigning world champion Garry Kasparov, a significant achievement in symbolic AI.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2012:</a:t>
            </a:r>
          </a:p>
          <a:p>
            <a:pPr lvl="1">
              <a:defRPr sz="1800"/>
            </a:pPr>
            <a:r>
              <a:t>AlexNet wins the ImageNet Large Scale Visual Recognition Challenge, revolutionizing image recognition through deep learning.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2016:</a:t>
            </a:r>
          </a:p>
          <a:p>
            <a:pPr lvl="1">
              <a:defRPr sz="1800"/>
            </a:pPr>
            <a:r>
              <a:t>Google DeepMind's AlphaGo defeats Go world champion Lee Sedol, demonstrating AI's mastery over a highly intuitive game.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t>2022:</a:t>
            </a:r>
          </a:p>
          <a:p>
            <a:pPr lvl="1">
              <a:defRPr sz="1800"/>
            </a:pPr>
            <a:r>
              <a:t>OpenAI's ChatGPT launches, bringing advanced conversational AI and natural language generation capabilities to mainstream public awareness.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505050"/>
                </a:solidFill>
              </a:defRPr>
            </a:pPr>
            <a:r>
              <a:t>We appreciate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